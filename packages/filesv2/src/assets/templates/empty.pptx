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A9D567-637D-4379-8842-08434C5376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83000"/>
              </a:lnSpc>
              <a:buNone/>
              <a:defRPr sz="4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83000"/>
              </a:lnSpc>
              <a:buNone/>
            </a:pPr>
            <a:r>
              <a:rPr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83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83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83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83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83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83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83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83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83000"/>
              </a:lnSpc>
              <a:buNone/>
              <a:defRPr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83000"/>
              </a:lnSpc>
              <a:buNone/>
            </a:pPr>
            <a:fld id="{F525EE5B-5274-4B60-8742-7930095CFBDB}" type="datetime">
              <a:rPr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&lt;date/time&gt;</a:t>
            </a:fld>
            <a:endParaRPr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83000"/>
              </a:lnSpc>
              <a:buNone/>
              <a:defRPr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83000"/>
              </a:lnSpc>
              <a:buNone/>
            </a:pPr>
            <a:r>
              <a:rPr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83000"/>
              </a:lnSpc>
              <a:buNone/>
              <a:defRPr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83000"/>
              </a:lnSpc>
              <a:buNone/>
            </a:pPr>
            <a:fld id="{D4095D8A-1395-4A97-A472-49C8C61C5B8A}" type="slidenum">
              <a:rPr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xStyles>
    <p:titleStyle>
      <a:lvl1pPr>
        <a:defRPr sz="4400" b="0" u="none" strike="noStrike">
          <a:solidFill>
            <a:srgbClr val="000000"/>
          </a:solidFill>
          <a:uFillTx/>
          <a:latin typeface="Calibri"/>
        </a:defRPr>
      </a:lvl1pPr>
    </p:titleStyle>
    <p:bodyStyle>
      <a:lvl1pPr>
        <a:defRPr sz="3200" b="0" u="none" strike="noStrike">
          <a:solidFill>
            <a:srgbClr val="000000"/>
          </a:solidFill>
          <a:uFillTx/>
          <a:latin typeface="Calibri"/>
        </a:defRPr>
      </a:lvl1pPr>
      <a:lvl2pPr>
        <a:defRPr sz="2800" b="0" u="none" strike="noStrike">
          <a:solidFill>
            <a:srgbClr val="000000"/>
          </a:solidFill>
          <a:uFillTx/>
          <a:latin typeface="Calibri"/>
        </a:defRPr>
      </a:lvl2pPr>
      <a:lvl3pPr>
        <a:defRPr sz="2400" b="0" u="none" strike="noStrike">
          <a:solidFill>
            <a:srgbClr val="000000"/>
          </a:solidFill>
          <a:uFillTx/>
          <a:latin typeface="Calibri"/>
        </a:defRPr>
      </a:lvl3pPr>
      <a:lvl4pPr>
        <a:defRPr sz="2000" b="0" u="none" strike="noStrike">
          <a:solidFill>
            <a:srgbClr val="000000"/>
          </a:solidFill>
          <a:uFillTx/>
          <a:latin typeface="Calibri"/>
        </a:defRPr>
      </a:lvl4pPr>
      <a:lvl5pPr>
        <a:defRPr sz="2000" b="0" u="none" strike="noStrike">
          <a:solidFill>
            <a:srgbClr val="000000"/>
          </a:solidFill>
          <a:uFillTx/>
          <a:latin typeface="Calibri"/>
        </a:defRPr>
      </a:lvl5pPr>
      <a:lvl6pPr>
        <a:defRPr sz="2000" b="0" u="none" strike="noStrike">
          <a:solidFill>
            <a:srgbClr val="000000"/>
          </a:solidFill>
          <a:uFillTx/>
          <a:latin typeface="Calibri"/>
        </a:defRPr>
      </a:lvl6pPr>
      <a:lvl7pPr>
        <a:defRPr sz="2000" b="0" u="none" strike="noStrike">
          <a:solidFill>
            <a:srgbClr val="000000"/>
          </a:solidFill>
          <a:uFillTx/>
          <a:latin typeface="Calibri"/>
        </a:defRPr>
      </a:lvl7pPr>
      <a:lvl8pPr>
        <a:defRPr sz="2000" b="0" u="none" strike="noStrike">
          <a:solidFill>
            <a:srgbClr val="000000"/>
          </a:solidFill>
          <a:uFillTx/>
          <a:latin typeface="Calibri"/>
        </a:defRPr>
      </a:lvl8pPr>
      <a:lvl9pPr>
        <a:defRPr sz="2000" b="0" u="none" strike="noStrike">
          <a:solidFill>
            <a:srgbClr val="000000"/>
          </a:solidFill>
          <a:uFillTx/>
          <a:latin typeface="Calibri"/>
        </a:defRPr>
      </a:lvl9pPr>
    </p:bodyStyle>
  </p:txStyles>
  <p:extLst>
    <p:ext uri="urn:com:collaboraoffice:names:experimental:ooxml:xmlns:coext:1.0">
      <coext:pageGuid xmlns:coext="urn:com:collaboraoffice:names:experimental:ooxml:xmlns:coext:1.0" val="{1FA64D32-2300-4A4D-B08A-18754A2004E2}"/>
    </p:ext>
  </p:ext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  <p:extLst>
    <p:ext uri="urn:com:collaboraoffice:names:experimental:ooxml:xmlns:coext:1.0">
      <coext:pageGuid xmlns:coext="urn:com:collaboraoffice:names:experimental:ooxml:xmlns:coext:1.0" val="{B7D5948B-8396-46D4-BA49-A51D7A3C70DF}"/>
    </p:ext>
  </p:extLs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Classic">
      <a:dk1>
        <a:srgbClr val="000000"/>
      </a:dk1>
      <a:lt1>
        <a:srgbClr val="FFFFFF"/>
      </a:lt1>
      <a:dk2>
        <a:srgbClr val="2E2706"/>
      </a:dk2>
      <a:lt2>
        <a:srgbClr val="EEEEEE"/>
      </a:lt2>
      <a:accent1>
        <a:srgbClr val="3465A4"/>
      </a:accent1>
      <a:accent2>
        <a:srgbClr val="168253"/>
      </a:accent2>
      <a:accent3>
        <a:srgbClr val="D62E4E"/>
      </a:accent3>
      <a:accent4>
        <a:srgbClr val="729FCF"/>
      </a:accent4>
      <a:accent5>
        <a:srgbClr val="5EB91E"/>
      </a:accent5>
      <a:accent6>
        <a:srgbClr val="EA7500"/>
      </a:accent6>
      <a:hlink>
        <a:srgbClr val="0060FF"/>
      </a:hlink>
      <a:folHlink>
        <a:srgbClr val="8020D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Collabora_Office/26.04.4.1$Linux_AARCH64 LibreOffice_project/6040$Build-1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cp:lastModifiedBy/>
  <cp:revision>0</cp:revision>
  <dc:subject/>
  <dc:title/>
</cp:coreProperties>
</file>